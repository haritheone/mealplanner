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Meal Planner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User Guide with Feature Screenshots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Tutorial for First-Time Users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setup and cuisine selection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&amp; Age 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your dietary preferences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Considerations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Customizing for your health needs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Your Plan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your personalized meal plan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Results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nutrition and meal details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Swapping, calendar, and exports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Choose Your Cuisine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🍛 CUISINE SELECTION 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colorful cuisine cards displayed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featured first with 🍛 icon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Mexican 🌮, Italian 🍝, American 🍔 options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card to select your preference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 shows Step 1 of 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Cuisine Matters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cuisine offers: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112 unique recipes per cuisine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Authentic regional flavors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Traditional ingredients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Cuisine-specific nutrition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🇮🇳 Indian includes South Indian specialties from Tamil Nadu and Kerala!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Select Your Diet 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🥗 DIET SELECTION 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diet option cards displayed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🥗 Vegetarian - plant-based with dairy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🍗 Meat - chicken, fish, goat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🥙 Both - mixed variety of all meals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your preferred diet type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Impact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Vegetarian: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in vitamins A, C, K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Rich in fiber and minerals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Meat-Based: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+20% B12 and Iron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protein content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(Mixed):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Alternates vegetarian &amp; meat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Maximum variety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Balanced nutrition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Choose Age Group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AGE GROUP SELECTION 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age-based options shown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👶 Children (4-12) - 1,400-2,000 kcal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 Women (30-45) - 1,800-2,200 kcal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 Men (35-50) - 2,200-2,800 kcal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👨‍👩‍👧‍👦 All/Family - 1,800-2,400 kcal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Age-Based Targeting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and protein are automatically adjusted to match: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Recommended daily intake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Metabolic needs by age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Activity level expectations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Growth requirements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Family Plan:</a:t>
            </a:r>
            <a:endParaRPr lang="en-US" sz="16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households with mixed ages - provides balanced nutrition suitable for everyone!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Health Considerations (Multi-Select!)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4864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4864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HEALTH OPTIONS SCREEN (Select Multiple)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health option cards in 3×3 grid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multiple cards to select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cards show green highlight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appear below showing selections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option adjusts recipes automatically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2296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1005840"/>
            <a:ext cx="2194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🧂 Low Sodium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Low Calorie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High Protein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🦠 Gut Friendly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🩹 Eczema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🩸 Diabetes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Heart Health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Gluten Free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No Restrictions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Select multiple for comprehensive filtering!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Options Selected - See the Difference!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SELECTED: LOW CALORIE + HIGH PROTEIN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health cards show green highlight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displayed below: ⚖️ Low Calorie, 💪 High Protein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button (×) on each tag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cards remain clickable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shows Step 4 of 6 complete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generate your plan: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Recipes automatically filtered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Ingredients modified (fried→grilled)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Calories reduced by 25%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Protein increased by 40%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 vitamins boosted by 30%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Health notes added to each meal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adjustments happen automatically!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Choose Plan Duration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DAYS SELECTION 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slider from 1 to 28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selection displayed prominently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options: 7, 14, 28 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'Generate AI Plan' button below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days will feature unique recipes!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Duration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Days: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quick meals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popular, one week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Days: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Two-week planning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Days: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month, maximum variety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Ready! -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GENERATED MEAL PLAN - TOP SECTION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summary: 7-Day Indian Vegetarian for Women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badges shown: Low Calorie, High Protein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target: 1,800-2,200 kcal, 46-56g protein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by Indian Dietetic Association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buttons: Calendar, PDF, Google Calendar, Shopping List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Each Day 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DAY 1 CARD DETAIL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header: Day 1 - Total 1,847 kcal, 58g protein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meals displayed: Breakfast, Lunch, Dinner, Snack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meal shows: Name, Calories, Protein, Source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notes in green boxes (modifications applied)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 grid: Protein, Vit C, B12, Iron, Calcium, Vit 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26517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6517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Meal button for each meal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Nutrition Information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🍊 NUTRITION PANEL (Under Each Meal)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Nutrients (% Daily Value) header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layout: 6 nutrients displayed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Protein: 12g (actual grams)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C: 17% | B12: 25% | Iron: 14%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Calcium: 12% | Vit A: 20%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26517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6517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total nutrients tracked behind the scenes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Nutrition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Daily Value (DV):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2,000 kcal diet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&lt;10% - Contains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10-20% - Good source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&gt;20% - Excellent source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 nutrients shown for quick reference, but all 21 are calculated!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Shopping 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SHOPPING LIST SECTION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by ingredient 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Vegetarian/Meat ingredients separated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checkboxes for each item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as text file button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all meals in your plan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List Tips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Categories organized by store layout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Check items off as you shop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Download for offline access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Includes all cuisine-specific ingredients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Automatically adjusts for health considerations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Print and take to the grocery store!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View - Weekly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CALENDAR VIEW (7-Day Grid)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button switches to calendar layout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columns (Sun-Sat) with all meals visible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day shows all 4 meals in compact format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meal to see full details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printing and refrigerator display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26517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6517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back to list view anytime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Any Meal You Don't Like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SWAP MEAL MODAL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'Swap Meal' button on any meal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shows 8 alternative options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alternatives match your preferences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shows name, calories, protein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'Use This Meal' to replace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26517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6517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as many times as you want!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Swap?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Don't like a specific meal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Allergic to an ingredient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Want more variety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Recently had that dish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swaps maintain: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cuisine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diet type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Health modifications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Nutritional balance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Google Calendar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📆 GOOGLE CALENDAR EXPORT MODAL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start date with date picker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meal times (breakfast, lunch, dinner)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event duration (30min to 2hrs)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1: Day-by-day calendar buttons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2: Download ICS file (universal)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26517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6517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Google, Apple, Outlook, all apps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Benefits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Phone reminders for meal times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Sync across all devices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Share with family members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See meals at a glance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Meal prep planning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calendar event includes all 4 meals with nutrition info!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Recipe Generator - Try Something New!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AI RECIPE GENERATOR BANNER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280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after shopping list section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5544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Banner: 'Want to try something new?'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Button: 'Get AI Recipe Suggestions'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103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 recipe generator modal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377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377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current preferences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822960"/>
            <a:ext cx="30175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cuisine &amp; meal type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Click 'Generate Suggestions'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Receive 3-5 unique recipes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Save favorites to your library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Use in future meal plans!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Recipes persist in browser storage for future use!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Feature Checklist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 Cuisines (Indian, Mexican, Italian, American)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 Diet Types (Vegetarian, Meat, Both)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7007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 Age Groups (Children, Women, Men, Family)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9 Health Considerations (Multi-select)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1-28 Day Plans (Fully customizable)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112 South Indian Recipes (Authentic)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21 Nutrients Tracked (Vitamins &amp; Minerals)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809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Smart Shuffling (10 unique plans)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Meal Swapping (8 alternatives each)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Calendar View (7-day grid)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7007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PDF Export (Print-friendly)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9568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Google Calendar Sync (With reminders)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Shopping List (Auto-generated)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Recipe Generator (Custom suggestions)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724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Health Notes (Modification details)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809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% Daily Values (All nutrients)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 Guide - 60 Seconds to Your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1430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Cuisine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188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54480" y="16916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Diet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54480" y="22402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Age Group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554480" y="2788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Health Options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54480" y="3337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15544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0312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Days (7 recommended)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554480" y="38862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5544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10312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Plan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931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554480" y="44348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155448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10312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Export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2011680" y="4297680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Total Time: ~60 seconds from start to complete meal plan!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 &amp; Best Practices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For Best Results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7-day plans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testing preferences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'Both' diet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variety and nutrition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multiple health options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filtering = better results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meals you dislike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regenerate entire plan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calendar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meal reminders on phone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3383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8872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multiple plans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and choose favorites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nutrition over time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% daily values regularly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recipe generator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your recipe library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calendar view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on refrigerator door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shopping list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each grocery trip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Eating?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AI Meal Planner and start now!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3657600" cy="59436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CREATE YOUR FIRST 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Personalized  </a:t>
            </a:r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Health-Conscious  </a:t>
            </a:r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Nutritionally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Every feature has built-in help and tooltips!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User Guide with Screenshots</dc:title>
  <dc:subject>PptxGenJS Presentation</dc:subject>
  <dc:creator>AI Meal Planner</dc:creator>
  <cp:lastModifiedBy>AI Meal Planner</cp:lastModifiedBy>
  <cp:revision>1</cp:revision>
  <dcterms:created xsi:type="dcterms:W3CDTF">2026-02-09T15:42:37Z</dcterms:created>
  <dcterms:modified xsi:type="dcterms:W3CDTF">2026-02-09T15:42:37Z</dcterms:modified>
</cp:coreProperties>
</file>